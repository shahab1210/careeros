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2" r:id="rId7"/>
    <p:sldId id="293" r:id="rId8"/>
    <p:sldId id="290" r:id="rId9"/>
    <p:sldId id="294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3C352-E53C-6CF2-05E3-97BF7C2BFF0D}" v="46" dt="2025-10-28T06:48:50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922" y="1447800"/>
            <a:ext cx="7702278" cy="175051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        TITLE OF THE PROJECT</a:t>
            </a:r>
            <a:br>
              <a:rPr lang="en-US" dirty="0"/>
            </a:br>
            <a:r>
              <a:rPr lang="en-US" dirty="0"/>
              <a:t>                  </a:t>
            </a:r>
            <a:r>
              <a:rPr lang="en-US" sz="1600" dirty="0"/>
              <a:t>Mini </a:t>
            </a:r>
            <a:r>
              <a:rPr lang="en-US" sz="1800" dirty="0"/>
              <a:t>Project / 5</a:t>
            </a:r>
            <a:r>
              <a:rPr lang="en-US" sz="1800" baseline="30000" dirty="0"/>
              <a:t>th</a:t>
            </a:r>
            <a:r>
              <a:rPr lang="en-US" sz="2000" dirty="0"/>
              <a:t> Sem/ BCS554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2514600" cy="1752600"/>
          </a:xfrm>
        </p:spPr>
        <p:txBody>
          <a:bodyPr>
            <a:normAutofit fontScale="70000" lnSpcReduction="20000"/>
          </a:bodyPr>
          <a:lstStyle/>
          <a:p>
            <a:r>
              <a:rPr lang="en-US" sz="3400">
                <a:solidFill>
                  <a:schemeClr val="tx1"/>
                </a:solidFill>
              </a:rPr>
              <a:t>STUDENT NAME</a:t>
            </a:r>
            <a:r>
              <a:rPr lang="en-US" sz="1800">
                <a:solidFill>
                  <a:schemeClr val="tx1"/>
                </a:solidFill>
              </a:rPr>
              <a:t> [WITH UNIVERSITY ROLL NO]</a:t>
            </a:r>
            <a:r>
              <a:rPr lang="en-US" sz="340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>
                <a:solidFill>
                  <a:schemeClr val="tx1"/>
                </a:solidFill>
              </a:rPr>
              <a:t>1.</a:t>
            </a:r>
          </a:p>
          <a:p>
            <a:pPr algn="l"/>
            <a:r>
              <a:rPr lang="en-US">
                <a:solidFill>
                  <a:schemeClr val="tx1"/>
                </a:solidFill>
              </a:rPr>
              <a:t>2.</a:t>
            </a:r>
          </a:p>
          <a:p>
            <a:pPr algn="l"/>
            <a:r>
              <a:rPr lang="en-US">
                <a:solidFill>
                  <a:schemeClr val="tx1"/>
                </a:solidFill>
              </a:rPr>
              <a:t>3.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410200" y="3810000"/>
            <a:ext cx="25146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SUPERVISOR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1600" dirty="0"/>
              <a:t>[Dr./Ms./</a:t>
            </a:r>
            <a:r>
              <a:rPr lang="en-US" sz="1600" dirty="0" err="1"/>
              <a:t>Mr</a:t>
            </a:r>
            <a:r>
              <a:rPr lang="en-US" sz="1600" dirty="0"/>
              <a:t> 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1600" dirty="0"/>
              <a:t>designation]</a:t>
            </a:r>
            <a:endParaRPr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Calibri"/>
              <a:cs typeface="Calibri"/>
            </a:endParaRPr>
          </a:p>
        </p:txBody>
      </p:sp>
      <p:pic>
        <p:nvPicPr>
          <p:cNvPr id="5" name="Picture 4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/>
            <a:r>
              <a:rPr lang="en-US"/>
              <a:t>ABSTRACT </a:t>
            </a:r>
            <a:r>
              <a:rPr lang="en-US" sz="1200"/>
              <a:t>[in Bullet points]</a:t>
            </a:r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772400" cy="1470025"/>
          </a:xfrm>
        </p:spPr>
        <p:txBody>
          <a:bodyPr/>
          <a:lstStyle/>
          <a:p>
            <a:pPr algn="l"/>
            <a:r>
              <a:rPr lang="en-US"/>
              <a:t>OBJECTIVE </a:t>
            </a:r>
            <a:r>
              <a:rPr lang="en-US" sz="1200"/>
              <a:t>[in Bullet points]</a:t>
            </a:r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228600"/>
            <a:ext cx="1266825" cy="12668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7772400" cy="1470025"/>
          </a:xfrm>
        </p:spPr>
        <p:txBody>
          <a:bodyPr/>
          <a:lstStyle/>
          <a:p>
            <a:pPr algn="l"/>
            <a:r>
              <a:rPr lang="en-US"/>
              <a:t>SCOPE of the Problem Statement </a:t>
            </a:r>
            <a:endParaRPr lang="en-US" sz="120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0878"/>
            <a:ext cx="6594339" cy="1512098"/>
          </a:xfrm>
        </p:spPr>
        <p:txBody>
          <a:bodyPr/>
          <a:lstStyle/>
          <a:p>
            <a:pPr algn="l"/>
            <a:r>
              <a:rPr lang="en-US" dirty="0"/>
              <a:t>RELATED </a:t>
            </a:r>
            <a:r>
              <a:rPr lang="en-US" dirty="0" smtClean="0"/>
              <a:t>WORK</a:t>
            </a:r>
            <a:endParaRPr lang="en-US" sz="1400" dirty="0">
              <a:ea typeface="Calibri"/>
              <a:cs typeface="Calibri"/>
            </a:endParaRP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048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871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cs typeface="Calibri"/>
              </a:rPr>
              <a:t>Applications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6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ea typeface="Calibri"/>
                <a:cs typeface="Calibri"/>
              </a:rPr>
              <a:t>Limitations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0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cs typeface="Calibri"/>
              </a:rPr>
              <a:t>Conclusion and Future Scope</a:t>
            </a:r>
          </a:p>
        </p:txBody>
      </p:sp>
    </p:spTree>
    <p:extLst>
      <p:ext uri="{BB962C8B-B14F-4D97-AF65-F5344CB8AC3E}">
        <p14:creationId xmlns:p14="http://schemas.microsoft.com/office/powerpoint/2010/main" val="237021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smtClean="0">
                <a:cs typeface="Calibri"/>
              </a:rPr>
              <a:t>Annexure 10 </a:t>
            </a:r>
            <a:r>
              <a:rPr lang="en-US" sz="3600" dirty="0">
                <a:cs typeface="Calibri"/>
              </a:rPr>
              <a:t>B (Screenshot </a:t>
            </a:r>
            <a:r>
              <a:rPr lang="en-US" sz="3600" dirty="0" smtClean="0">
                <a:cs typeface="Calibri"/>
              </a:rPr>
              <a:t>:Duly </a:t>
            </a:r>
            <a:r>
              <a:rPr lang="en-US" sz="3600" dirty="0">
                <a:cs typeface="Calibri"/>
              </a:rPr>
              <a:t>Signed by </a:t>
            </a:r>
            <a:r>
              <a:rPr lang="en-US" sz="3600" dirty="0" smtClean="0">
                <a:cs typeface="Calibri"/>
              </a:rPr>
              <a:t>Supervisor)</a:t>
            </a:r>
            <a:endParaRPr lang="en-US" sz="3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936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cs typeface="Calibri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3488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           TITLE OF THE PROJECT                   Mini Project / 5th Sem/ BCS554</vt:lpstr>
      <vt:lpstr>ABSTRACT [in Bullet points]</vt:lpstr>
      <vt:lpstr>OBJECTIVE [in Bullet points]</vt:lpstr>
      <vt:lpstr>SCOPE of the Problem Statement </vt:lpstr>
      <vt:lpstr>RELATED WORK</vt:lpstr>
      <vt:lpstr>Applications</vt:lpstr>
      <vt:lpstr>Limitations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[COLLEGE LOGO ]             TITLE OF THE PROJECT                   Mini Project KCS 554/ 5th Sem</dc:title>
  <dc:creator>Vaibhav Ranjan</dc:creator>
  <cp:lastModifiedBy>Microsoft account</cp:lastModifiedBy>
  <cp:revision>110</cp:revision>
  <dcterms:created xsi:type="dcterms:W3CDTF">2006-08-16T00:00:00Z</dcterms:created>
  <dcterms:modified xsi:type="dcterms:W3CDTF">2025-10-29T11:31:59Z</dcterms:modified>
</cp:coreProperties>
</file>